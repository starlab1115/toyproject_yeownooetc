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3C3903-FC5D-45EE-86AA-341389BF7703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pPr latinLnBrk="1"/>
          <a:endParaRPr lang="ko-KR" altLang="en-US"/>
        </a:p>
      </dgm:t>
    </dgm:pt>
    <dgm:pt modelId="{11A8F1BA-9BE4-40A2-A8A5-1BC1B14DD6C5}">
      <dgm:prSet phldrT="[텍스트]" custT="1"/>
      <dgm:spPr/>
      <dgm:t>
        <a:bodyPr/>
        <a:lstStyle/>
        <a:p>
          <a:pPr latinLnBrk="1"/>
          <a:r>
            <a:rPr lang="ko-KR" altLang="en-US" sz="4000" dirty="0"/>
            <a:t>허브</a:t>
          </a:r>
        </a:p>
      </dgm:t>
    </dgm:pt>
    <dgm:pt modelId="{DC6A6DE4-FF88-47E7-AB41-68A53D52E65E}" type="parTrans" cxnId="{8A662DE0-FFE1-42E9-925A-7E1C70FBAE83}">
      <dgm:prSet/>
      <dgm:spPr/>
      <dgm:t>
        <a:bodyPr/>
        <a:lstStyle/>
        <a:p>
          <a:pPr latinLnBrk="1"/>
          <a:endParaRPr lang="ko-KR" altLang="en-US" sz="3200"/>
        </a:p>
      </dgm:t>
    </dgm:pt>
    <dgm:pt modelId="{1B73C813-A460-496A-B925-91781F11CB3B}" type="sibTrans" cxnId="{8A662DE0-FFE1-42E9-925A-7E1C70FBAE83}">
      <dgm:prSet/>
      <dgm:spPr/>
      <dgm:t>
        <a:bodyPr/>
        <a:lstStyle/>
        <a:p>
          <a:pPr latinLnBrk="1"/>
          <a:endParaRPr lang="ko-KR" altLang="en-US" sz="3200"/>
        </a:p>
      </dgm:t>
    </dgm:pt>
    <dgm:pt modelId="{CC69B427-AB05-484D-94DE-24F645C56A59}">
      <dgm:prSet phldrT="[텍스트]" phldr="0" custT="1"/>
      <dgm:spPr/>
      <dgm:t>
        <a:bodyPr/>
        <a:lstStyle/>
        <a:p>
          <a:pPr latinLnBrk="1"/>
          <a:r>
            <a:rPr lang="en-US" altLang="ko-KR" sz="3200" dirty="0"/>
            <a:t>1</a:t>
          </a:r>
          <a:r>
            <a:rPr lang="ko-KR" altLang="en-US" sz="3200" dirty="0"/>
            <a:t>개</a:t>
          </a:r>
        </a:p>
      </dgm:t>
    </dgm:pt>
    <dgm:pt modelId="{F661E74A-05E6-4AAE-8B8E-B129BAF2520B}" type="parTrans" cxnId="{1457658D-08AC-46D7-9553-137C33423E25}">
      <dgm:prSet/>
      <dgm:spPr/>
      <dgm:t>
        <a:bodyPr/>
        <a:lstStyle/>
        <a:p>
          <a:pPr latinLnBrk="1"/>
          <a:endParaRPr lang="ko-KR" altLang="en-US" sz="3200"/>
        </a:p>
      </dgm:t>
    </dgm:pt>
    <dgm:pt modelId="{CDE6C46E-6C9A-4D6C-A3F7-8276578BC11A}" type="sibTrans" cxnId="{1457658D-08AC-46D7-9553-137C33423E25}">
      <dgm:prSet/>
      <dgm:spPr/>
      <dgm:t>
        <a:bodyPr/>
        <a:lstStyle/>
        <a:p>
          <a:pPr latinLnBrk="1"/>
          <a:endParaRPr lang="ko-KR" altLang="en-US" sz="3200"/>
        </a:p>
      </dgm:t>
    </dgm:pt>
    <dgm:pt modelId="{D265592D-F38B-4E74-849D-AAD0B0321290}">
      <dgm:prSet phldrT="[텍스트]" custT="1"/>
      <dgm:spPr/>
      <dgm:t>
        <a:bodyPr/>
        <a:lstStyle/>
        <a:p>
          <a:pPr latinLnBrk="1"/>
          <a:r>
            <a:rPr lang="ko-KR" altLang="en-US" sz="4000" dirty="0" err="1"/>
            <a:t>힘센서</a:t>
          </a:r>
          <a:endParaRPr lang="ko-KR" altLang="en-US" sz="4000" dirty="0"/>
        </a:p>
      </dgm:t>
    </dgm:pt>
    <dgm:pt modelId="{25F51B73-348A-4F5D-AC56-C029F60BFBA3}" type="parTrans" cxnId="{547BF758-71BD-4E8A-A2E4-1A1CB32DD163}">
      <dgm:prSet/>
      <dgm:spPr/>
      <dgm:t>
        <a:bodyPr/>
        <a:lstStyle/>
        <a:p>
          <a:pPr latinLnBrk="1"/>
          <a:endParaRPr lang="ko-KR" altLang="en-US" sz="3200"/>
        </a:p>
      </dgm:t>
    </dgm:pt>
    <dgm:pt modelId="{71C0ACF9-67E5-4BE8-95C8-00C746192A7A}" type="sibTrans" cxnId="{547BF758-71BD-4E8A-A2E4-1A1CB32DD163}">
      <dgm:prSet/>
      <dgm:spPr/>
      <dgm:t>
        <a:bodyPr/>
        <a:lstStyle/>
        <a:p>
          <a:pPr latinLnBrk="1"/>
          <a:endParaRPr lang="ko-KR" altLang="en-US" sz="3200"/>
        </a:p>
      </dgm:t>
    </dgm:pt>
    <dgm:pt modelId="{13692964-15FA-43F4-9B75-04DCA4FAF5AB}">
      <dgm:prSet phldrT="[텍스트]" phldr="0" custT="1"/>
      <dgm:spPr/>
      <dgm:t>
        <a:bodyPr/>
        <a:lstStyle/>
        <a:p>
          <a:pPr latinLnBrk="1"/>
          <a:r>
            <a:rPr lang="en-US" altLang="ko-KR" sz="3200" dirty="0"/>
            <a:t>1</a:t>
          </a:r>
          <a:r>
            <a:rPr lang="ko-KR" altLang="en-US" sz="3200" dirty="0"/>
            <a:t>개</a:t>
          </a:r>
        </a:p>
      </dgm:t>
    </dgm:pt>
    <dgm:pt modelId="{1E58BA39-2716-4597-AE2C-EACDCB6D5C74}" type="parTrans" cxnId="{97D1DC84-0644-4343-A93B-415C6E54C108}">
      <dgm:prSet/>
      <dgm:spPr/>
      <dgm:t>
        <a:bodyPr/>
        <a:lstStyle/>
        <a:p>
          <a:pPr latinLnBrk="1"/>
          <a:endParaRPr lang="ko-KR" altLang="en-US" sz="3200"/>
        </a:p>
      </dgm:t>
    </dgm:pt>
    <dgm:pt modelId="{0D3623EF-7B5C-4F27-B9A9-38E063BD97E0}" type="sibTrans" cxnId="{97D1DC84-0644-4343-A93B-415C6E54C108}">
      <dgm:prSet/>
      <dgm:spPr/>
      <dgm:t>
        <a:bodyPr/>
        <a:lstStyle/>
        <a:p>
          <a:pPr latinLnBrk="1"/>
          <a:endParaRPr lang="ko-KR" altLang="en-US" sz="3200"/>
        </a:p>
      </dgm:t>
    </dgm:pt>
    <dgm:pt modelId="{37DD7A94-EB35-4C5D-BB1B-4F72ABAC195D}">
      <dgm:prSet phldrT="[텍스트]" phldr="0" custT="1"/>
      <dgm:spPr/>
      <dgm:t>
        <a:bodyPr/>
        <a:lstStyle/>
        <a:p>
          <a:pPr latinLnBrk="1"/>
          <a:r>
            <a:rPr lang="en-US" altLang="ko-KR" sz="3200" dirty="0"/>
            <a:t>1</a:t>
          </a:r>
          <a:r>
            <a:rPr lang="ko-KR" altLang="en-US" sz="3200" dirty="0"/>
            <a:t>개</a:t>
          </a:r>
        </a:p>
      </dgm:t>
    </dgm:pt>
    <dgm:pt modelId="{EA1A0243-FF32-44C8-9681-A9908B522ABF}" type="parTrans" cxnId="{CC01E140-5C15-4A79-AAB0-D5A5E7990890}">
      <dgm:prSet/>
      <dgm:spPr/>
      <dgm:t>
        <a:bodyPr/>
        <a:lstStyle/>
        <a:p>
          <a:pPr latinLnBrk="1"/>
          <a:endParaRPr lang="ko-KR" altLang="en-US" sz="3200"/>
        </a:p>
      </dgm:t>
    </dgm:pt>
    <dgm:pt modelId="{01E34490-F030-464F-91AD-7F343F7DF1A9}" type="sibTrans" cxnId="{CC01E140-5C15-4A79-AAB0-D5A5E7990890}">
      <dgm:prSet/>
      <dgm:spPr/>
      <dgm:t>
        <a:bodyPr/>
        <a:lstStyle/>
        <a:p>
          <a:pPr latinLnBrk="1"/>
          <a:endParaRPr lang="ko-KR" altLang="en-US" sz="3200"/>
        </a:p>
      </dgm:t>
    </dgm:pt>
    <dgm:pt modelId="{DB07AB6B-39A3-4C75-BAB3-60D8DAE65566}">
      <dgm:prSet phldrT="[텍스트]" custT="1"/>
      <dgm:spPr/>
      <dgm:t>
        <a:bodyPr/>
        <a:lstStyle/>
        <a:p>
          <a:pPr latinLnBrk="1"/>
          <a:r>
            <a:rPr lang="ko-KR" altLang="en-US" sz="4000" dirty="0" err="1"/>
            <a:t>미디엄모터</a:t>
          </a:r>
          <a:endParaRPr lang="ko-KR" altLang="en-US" sz="4000" dirty="0"/>
        </a:p>
      </dgm:t>
    </dgm:pt>
    <dgm:pt modelId="{0FC11E68-9951-4BCF-8548-DCC625B0B1DA}" type="parTrans" cxnId="{8DABCA29-4B71-414B-A622-9145325B8907}">
      <dgm:prSet/>
      <dgm:spPr/>
      <dgm:t>
        <a:bodyPr/>
        <a:lstStyle/>
        <a:p>
          <a:pPr latinLnBrk="1"/>
          <a:endParaRPr lang="ko-KR" altLang="en-US" sz="3200"/>
        </a:p>
      </dgm:t>
    </dgm:pt>
    <dgm:pt modelId="{045DB9AF-BC0A-4678-A655-AE6999D6C377}" type="sibTrans" cxnId="{8DABCA29-4B71-414B-A622-9145325B8907}">
      <dgm:prSet/>
      <dgm:spPr/>
      <dgm:t>
        <a:bodyPr/>
        <a:lstStyle/>
        <a:p>
          <a:pPr latinLnBrk="1"/>
          <a:endParaRPr lang="ko-KR" altLang="en-US" sz="3200"/>
        </a:p>
      </dgm:t>
    </dgm:pt>
    <dgm:pt modelId="{F1A3AE09-4991-4B31-AE0E-1731CCC60368}">
      <dgm:prSet phldrT="[텍스트]" phldr="0" custT="1"/>
      <dgm:spPr/>
      <dgm:t>
        <a:bodyPr/>
        <a:lstStyle/>
        <a:p>
          <a:pPr latinLnBrk="1"/>
          <a:r>
            <a:rPr lang="ko-KR" altLang="en-US" sz="3200" dirty="0" err="1"/>
            <a:t>피니언</a:t>
          </a:r>
          <a:r>
            <a:rPr lang="ko-KR" altLang="en-US" sz="3200" dirty="0"/>
            <a:t> 기어를 움직임</a:t>
          </a:r>
        </a:p>
      </dgm:t>
    </dgm:pt>
    <dgm:pt modelId="{2AC6C14B-554E-44EC-9ADE-67C5E59742BA}" type="parTrans" cxnId="{3A2A50DD-E558-45AE-B6EC-AD0927AEC107}">
      <dgm:prSet/>
      <dgm:spPr/>
      <dgm:t>
        <a:bodyPr/>
        <a:lstStyle/>
        <a:p>
          <a:pPr latinLnBrk="1"/>
          <a:endParaRPr lang="ko-KR" altLang="en-US" sz="3200"/>
        </a:p>
      </dgm:t>
    </dgm:pt>
    <dgm:pt modelId="{1B0480DF-D9DE-4AE5-88AE-BB12C5A24397}" type="sibTrans" cxnId="{3A2A50DD-E558-45AE-B6EC-AD0927AEC107}">
      <dgm:prSet/>
      <dgm:spPr/>
      <dgm:t>
        <a:bodyPr/>
        <a:lstStyle/>
        <a:p>
          <a:pPr latinLnBrk="1"/>
          <a:endParaRPr lang="ko-KR" altLang="en-US" sz="3200"/>
        </a:p>
      </dgm:t>
    </dgm:pt>
    <dgm:pt modelId="{0D57CB46-6DAD-43B6-A3F1-ACB158741E15}">
      <dgm:prSet phldrT="[텍스트]" phldr="0" custT="1"/>
      <dgm:spPr/>
      <dgm:t>
        <a:bodyPr/>
        <a:lstStyle/>
        <a:p>
          <a:pPr latinLnBrk="1"/>
          <a:r>
            <a:rPr lang="ko-KR" altLang="en-US" sz="3200" dirty="0"/>
            <a:t>에어컨 전원 버튼</a:t>
          </a:r>
        </a:p>
      </dgm:t>
    </dgm:pt>
    <dgm:pt modelId="{CA06D722-49F4-4821-91BB-D094A3E972B8}" type="parTrans" cxnId="{455A1D9B-1BDE-42B9-973B-F7F8EA5598E6}">
      <dgm:prSet/>
      <dgm:spPr/>
      <dgm:t>
        <a:bodyPr/>
        <a:lstStyle/>
        <a:p>
          <a:pPr latinLnBrk="1"/>
          <a:endParaRPr lang="ko-KR" altLang="en-US" sz="3200"/>
        </a:p>
      </dgm:t>
    </dgm:pt>
    <dgm:pt modelId="{1C8384F4-9B63-4C40-9EB2-8EC428E7B435}" type="sibTrans" cxnId="{455A1D9B-1BDE-42B9-973B-F7F8EA5598E6}">
      <dgm:prSet/>
      <dgm:spPr/>
      <dgm:t>
        <a:bodyPr/>
        <a:lstStyle/>
        <a:p>
          <a:pPr latinLnBrk="1"/>
          <a:endParaRPr lang="ko-KR" altLang="en-US" sz="3200"/>
        </a:p>
      </dgm:t>
    </dgm:pt>
    <dgm:pt modelId="{95C02642-1B23-4EFD-9D42-ED50B577E4BC}" type="pres">
      <dgm:prSet presAssocID="{D93C3903-FC5D-45EE-86AA-341389BF7703}" presName="Name0" presStyleCnt="0">
        <dgm:presLayoutVars>
          <dgm:dir/>
          <dgm:animLvl val="lvl"/>
          <dgm:resizeHandles val="exact"/>
        </dgm:presLayoutVars>
      </dgm:prSet>
      <dgm:spPr/>
    </dgm:pt>
    <dgm:pt modelId="{F5DEFE3E-7727-42A7-9BF5-0593039ADCD0}" type="pres">
      <dgm:prSet presAssocID="{11A8F1BA-9BE4-40A2-A8A5-1BC1B14DD6C5}" presName="linNode" presStyleCnt="0"/>
      <dgm:spPr/>
    </dgm:pt>
    <dgm:pt modelId="{ECC6B9A6-0434-44E3-9FEF-2F9BF4FAC697}" type="pres">
      <dgm:prSet presAssocID="{11A8F1BA-9BE4-40A2-A8A5-1BC1B14DD6C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1593A71-1AFD-4469-81F0-F44CFF24E22B}" type="pres">
      <dgm:prSet presAssocID="{11A8F1BA-9BE4-40A2-A8A5-1BC1B14DD6C5}" presName="descendantText" presStyleLbl="alignAccFollowNode1" presStyleIdx="0" presStyleCnt="3">
        <dgm:presLayoutVars>
          <dgm:bulletEnabled val="1"/>
        </dgm:presLayoutVars>
      </dgm:prSet>
      <dgm:spPr/>
    </dgm:pt>
    <dgm:pt modelId="{7EB55FAA-3A8F-4609-8011-99279D189701}" type="pres">
      <dgm:prSet presAssocID="{1B73C813-A460-496A-B925-91781F11CB3B}" presName="sp" presStyleCnt="0"/>
      <dgm:spPr/>
    </dgm:pt>
    <dgm:pt modelId="{CEA7E5A7-E26C-4E7A-9ED5-25C39709F448}" type="pres">
      <dgm:prSet presAssocID="{DB07AB6B-39A3-4C75-BAB3-60D8DAE65566}" presName="linNode" presStyleCnt="0"/>
      <dgm:spPr/>
    </dgm:pt>
    <dgm:pt modelId="{489E798C-0091-4969-9317-790FF4757363}" type="pres">
      <dgm:prSet presAssocID="{DB07AB6B-39A3-4C75-BAB3-60D8DAE6556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5C5A377-39A1-4277-90DD-DB60B469F742}" type="pres">
      <dgm:prSet presAssocID="{DB07AB6B-39A3-4C75-BAB3-60D8DAE65566}" presName="descendantText" presStyleLbl="alignAccFollowNode1" presStyleIdx="1" presStyleCnt="3">
        <dgm:presLayoutVars>
          <dgm:bulletEnabled val="1"/>
        </dgm:presLayoutVars>
      </dgm:prSet>
      <dgm:spPr/>
    </dgm:pt>
    <dgm:pt modelId="{C7CC3FD7-96F0-4000-A1E5-FAF46D5357A7}" type="pres">
      <dgm:prSet presAssocID="{045DB9AF-BC0A-4678-A655-AE6999D6C377}" presName="sp" presStyleCnt="0"/>
      <dgm:spPr/>
    </dgm:pt>
    <dgm:pt modelId="{0876DC3B-CEF8-4219-B85F-33445DE883DC}" type="pres">
      <dgm:prSet presAssocID="{D265592D-F38B-4E74-849D-AAD0B0321290}" presName="linNode" presStyleCnt="0"/>
      <dgm:spPr/>
    </dgm:pt>
    <dgm:pt modelId="{B8DBD690-B383-48B4-9D07-ADD4D1E48888}" type="pres">
      <dgm:prSet presAssocID="{D265592D-F38B-4E74-849D-AAD0B0321290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037BC54-C93B-43C5-9F2C-D3101857F1A5}" type="pres">
      <dgm:prSet presAssocID="{D265592D-F38B-4E74-849D-AAD0B032129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DABCA29-4B71-414B-A622-9145325B8907}" srcId="{D93C3903-FC5D-45EE-86AA-341389BF7703}" destId="{DB07AB6B-39A3-4C75-BAB3-60D8DAE65566}" srcOrd="1" destOrd="0" parTransId="{0FC11E68-9951-4BCF-8548-DCC625B0B1DA}" sibTransId="{045DB9AF-BC0A-4678-A655-AE6999D6C377}"/>
    <dgm:cxn modelId="{C02D823B-4054-4A5C-95CF-7551B884CEAF}" type="presOf" srcId="{37DD7A94-EB35-4C5D-BB1B-4F72ABAC195D}" destId="{71593A71-1AFD-4469-81F0-F44CFF24E22B}" srcOrd="0" destOrd="0" presId="urn:microsoft.com/office/officeart/2005/8/layout/vList5"/>
    <dgm:cxn modelId="{CC01E140-5C15-4A79-AAB0-D5A5E7990890}" srcId="{11A8F1BA-9BE4-40A2-A8A5-1BC1B14DD6C5}" destId="{37DD7A94-EB35-4C5D-BB1B-4F72ABAC195D}" srcOrd="0" destOrd="0" parTransId="{EA1A0243-FF32-44C8-9681-A9908B522ABF}" sibTransId="{01E34490-F030-464F-91AD-7F343F7DF1A9}"/>
    <dgm:cxn modelId="{9571E848-12F0-4943-BB44-0E4ECAE3B785}" type="presOf" srcId="{D93C3903-FC5D-45EE-86AA-341389BF7703}" destId="{95C02642-1B23-4EFD-9D42-ED50B577E4BC}" srcOrd="0" destOrd="0" presId="urn:microsoft.com/office/officeart/2005/8/layout/vList5"/>
    <dgm:cxn modelId="{0AC4AC6E-D385-40E8-9B6E-2C7029BF312E}" type="presOf" srcId="{DB07AB6B-39A3-4C75-BAB3-60D8DAE65566}" destId="{489E798C-0091-4969-9317-790FF4757363}" srcOrd="0" destOrd="0" presId="urn:microsoft.com/office/officeart/2005/8/layout/vList5"/>
    <dgm:cxn modelId="{F261B778-B952-48EE-B8B4-F74887C34779}" type="presOf" srcId="{0D57CB46-6DAD-43B6-A3F1-ACB158741E15}" destId="{1037BC54-C93B-43C5-9F2C-D3101857F1A5}" srcOrd="0" destOrd="1" presId="urn:microsoft.com/office/officeart/2005/8/layout/vList5"/>
    <dgm:cxn modelId="{547BF758-71BD-4E8A-A2E4-1A1CB32DD163}" srcId="{D93C3903-FC5D-45EE-86AA-341389BF7703}" destId="{D265592D-F38B-4E74-849D-AAD0B0321290}" srcOrd="2" destOrd="0" parTransId="{25F51B73-348A-4F5D-AC56-C029F60BFBA3}" sibTransId="{71C0ACF9-67E5-4BE8-95C8-00C746192A7A}"/>
    <dgm:cxn modelId="{97D1DC84-0644-4343-A93B-415C6E54C108}" srcId="{D265592D-F38B-4E74-849D-AAD0B0321290}" destId="{13692964-15FA-43F4-9B75-04DCA4FAF5AB}" srcOrd="0" destOrd="0" parTransId="{1E58BA39-2716-4597-AE2C-EACDCB6D5C74}" sibTransId="{0D3623EF-7B5C-4F27-B9A9-38E063BD97E0}"/>
    <dgm:cxn modelId="{BE0E8586-73AF-46B2-83B1-F283E6E07000}" type="presOf" srcId="{CC69B427-AB05-484D-94DE-24F645C56A59}" destId="{05C5A377-39A1-4277-90DD-DB60B469F742}" srcOrd="0" destOrd="0" presId="urn:microsoft.com/office/officeart/2005/8/layout/vList5"/>
    <dgm:cxn modelId="{CEA2AD8B-FA5A-470F-B542-671EEA101E7F}" type="presOf" srcId="{D265592D-F38B-4E74-849D-AAD0B0321290}" destId="{B8DBD690-B383-48B4-9D07-ADD4D1E48888}" srcOrd="0" destOrd="0" presId="urn:microsoft.com/office/officeart/2005/8/layout/vList5"/>
    <dgm:cxn modelId="{1457658D-08AC-46D7-9553-137C33423E25}" srcId="{DB07AB6B-39A3-4C75-BAB3-60D8DAE65566}" destId="{CC69B427-AB05-484D-94DE-24F645C56A59}" srcOrd="0" destOrd="0" parTransId="{F661E74A-05E6-4AAE-8B8E-B129BAF2520B}" sibTransId="{CDE6C46E-6C9A-4D6C-A3F7-8276578BC11A}"/>
    <dgm:cxn modelId="{455A1D9B-1BDE-42B9-973B-F7F8EA5598E6}" srcId="{D265592D-F38B-4E74-849D-AAD0B0321290}" destId="{0D57CB46-6DAD-43B6-A3F1-ACB158741E15}" srcOrd="1" destOrd="0" parTransId="{CA06D722-49F4-4821-91BB-D094A3E972B8}" sibTransId="{1C8384F4-9B63-4C40-9EB2-8EC428E7B435}"/>
    <dgm:cxn modelId="{29DE18AE-924A-442D-BEFB-AEED5FC0BFC5}" type="presOf" srcId="{13692964-15FA-43F4-9B75-04DCA4FAF5AB}" destId="{1037BC54-C93B-43C5-9F2C-D3101857F1A5}" srcOrd="0" destOrd="0" presId="urn:microsoft.com/office/officeart/2005/8/layout/vList5"/>
    <dgm:cxn modelId="{13537AD4-4DB3-4257-8948-1075FA236E7E}" type="presOf" srcId="{11A8F1BA-9BE4-40A2-A8A5-1BC1B14DD6C5}" destId="{ECC6B9A6-0434-44E3-9FEF-2F9BF4FAC697}" srcOrd="0" destOrd="0" presId="urn:microsoft.com/office/officeart/2005/8/layout/vList5"/>
    <dgm:cxn modelId="{3A2A50DD-E558-45AE-B6EC-AD0927AEC107}" srcId="{DB07AB6B-39A3-4C75-BAB3-60D8DAE65566}" destId="{F1A3AE09-4991-4B31-AE0E-1731CCC60368}" srcOrd="1" destOrd="0" parTransId="{2AC6C14B-554E-44EC-9ADE-67C5E59742BA}" sibTransId="{1B0480DF-D9DE-4AE5-88AE-BB12C5A24397}"/>
    <dgm:cxn modelId="{8A662DE0-FFE1-42E9-925A-7E1C70FBAE83}" srcId="{D93C3903-FC5D-45EE-86AA-341389BF7703}" destId="{11A8F1BA-9BE4-40A2-A8A5-1BC1B14DD6C5}" srcOrd="0" destOrd="0" parTransId="{DC6A6DE4-FF88-47E7-AB41-68A53D52E65E}" sibTransId="{1B73C813-A460-496A-B925-91781F11CB3B}"/>
    <dgm:cxn modelId="{1C41B5FA-760E-4459-8DFC-C712CF2B792C}" type="presOf" srcId="{F1A3AE09-4991-4B31-AE0E-1731CCC60368}" destId="{05C5A377-39A1-4277-90DD-DB60B469F742}" srcOrd="0" destOrd="1" presId="urn:microsoft.com/office/officeart/2005/8/layout/vList5"/>
    <dgm:cxn modelId="{EAD3614A-41E5-4C8D-8A94-BA71BF631D18}" type="presParOf" srcId="{95C02642-1B23-4EFD-9D42-ED50B577E4BC}" destId="{F5DEFE3E-7727-42A7-9BF5-0593039ADCD0}" srcOrd="0" destOrd="0" presId="urn:microsoft.com/office/officeart/2005/8/layout/vList5"/>
    <dgm:cxn modelId="{76B199F6-EFA4-4E6E-8CA8-86B2E6A5D753}" type="presParOf" srcId="{F5DEFE3E-7727-42A7-9BF5-0593039ADCD0}" destId="{ECC6B9A6-0434-44E3-9FEF-2F9BF4FAC697}" srcOrd="0" destOrd="0" presId="urn:microsoft.com/office/officeart/2005/8/layout/vList5"/>
    <dgm:cxn modelId="{5C857A96-8686-4A98-BE9F-C9D4B7AFAD05}" type="presParOf" srcId="{F5DEFE3E-7727-42A7-9BF5-0593039ADCD0}" destId="{71593A71-1AFD-4469-81F0-F44CFF24E22B}" srcOrd="1" destOrd="0" presId="urn:microsoft.com/office/officeart/2005/8/layout/vList5"/>
    <dgm:cxn modelId="{4726C727-3751-43D1-B4D7-5B0C1D2BDAC7}" type="presParOf" srcId="{95C02642-1B23-4EFD-9D42-ED50B577E4BC}" destId="{7EB55FAA-3A8F-4609-8011-99279D189701}" srcOrd="1" destOrd="0" presId="urn:microsoft.com/office/officeart/2005/8/layout/vList5"/>
    <dgm:cxn modelId="{59A54815-9E84-4796-86B5-67997C44B98A}" type="presParOf" srcId="{95C02642-1B23-4EFD-9D42-ED50B577E4BC}" destId="{CEA7E5A7-E26C-4E7A-9ED5-25C39709F448}" srcOrd="2" destOrd="0" presId="urn:microsoft.com/office/officeart/2005/8/layout/vList5"/>
    <dgm:cxn modelId="{780341A6-5BE7-47EB-BD33-BB4C4234AD33}" type="presParOf" srcId="{CEA7E5A7-E26C-4E7A-9ED5-25C39709F448}" destId="{489E798C-0091-4969-9317-790FF4757363}" srcOrd="0" destOrd="0" presId="urn:microsoft.com/office/officeart/2005/8/layout/vList5"/>
    <dgm:cxn modelId="{49FC0205-26C4-47CA-AAEF-A998DD99C812}" type="presParOf" srcId="{CEA7E5A7-E26C-4E7A-9ED5-25C39709F448}" destId="{05C5A377-39A1-4277-90DD-DB60B469F742}" srcOrd="1" destOrd="0" presId="urn:microsoft.com/office/officeart/2005/8/layout/vList5"/>
    <dgm:cxn modelId="{9D2819AD-3EAE-46EA-9E07-415CDF2C5048}" type="presParOf" srcId="{95C02642-1B23-4EFD-9D42-ED50B577E4BC}" destId="{C7CC3FD7-96F0-4000-A1E5-FAF46D5357A7}" srcOrd="3" destOrd="0" presId="urn:microsoft.com/office/officeart/2005/8/layout/vList5"/>
    <dgm:cxn modelId="{D34779C2-635B-42FB-B4CA-A449625EB554}" type="presParOf" srcId="{95C02642-1B23-4EFD-9D42-ED50B577E4BC}" destId="{0876DC3B-CEF8-4219-B85F-33445DE883DC}" srcOrd="4" destOrd="0" presId="urn:microsoft.com/office/officeart/2005/8/layout/vList5"/>
    <dgm:cxn modelId="{AA5C8E46-E3D9-4F44-A7D4-54ECB01FA9AE}" type="presParOf" srcId="{0876DC3B-CEF8-4219-B85F-33445DE883DC}" destId="{B8DBD690-B383-48B4-9D07-ADD4D1E48888}" srcOrd="0" destOrd="0" presId="urn:microsoft.com/office/officeart/2005/8/layout/vList5"/>
    <dgm:cxn modelId="{ED7031C5-C576-4E91-A026-9A71A7E7D57C}" type="presParOf" srcId="{0876DC3B-CEF8-4219-B85F-33445DE883DC}" destId="{1037BC54-C93B-43C5-9F2C-D3101857F1A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93A71-1AFD-4469-81F0-F44CFF24E22B}">
      <dsp:nvSpPr>
        <dsp:cNvPr id="0" name=""/>
        <dsp:cNvSpPr/>
      </dsp:nvSpPr>
      <dsp:spPr>
        <a:xfrm rot="5400000">
          <a:off x="6785085" y="-2696203"/>
          <a:ext cx="1268584" cy="698294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3200" kern="1200" dirty="0"/>
            <a:t>1</a:t>
          </a:r>
          <a:r>
            <a:rPr lang="ko-KR" altLang="en-US" sz="3200" kern="1200" dirty="0"/>
            <a:t>개</a:t>
          </a:r>
        </a:p>
      </dsp:txBody>
      <dsp:txXfrm rot="-5400000">
        <a:off x="3927906" y="222903"/>
        <a:ext cx="6921017" cy="1144730"/>
      </dsp:txXfrm>
    </dsp:sp>
    <dsp:sp modelId="{ECC6B9A6-0434-44E3-9FEF-2F9BF4FAC697}">
      <dsp:nvSpPr>
        <dsp:cNvPr id="0" name=""/>
        <dsp:cNvSpPr/>
      </dsp:nvSpPr>
      <dsp:spPr>
        <a:xfrm>
          <a:off x="0" y="2402"/>
          <a:ext cx="3927906" cy="15857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4000" kern="1200" dirty="0"/>
            <a:t>허브</a:t>
          </a:r>
        </a:p>
      </dsp:txBody>
      <dsp:txXfrm>
        <a:off x="77409" y="79811"/>
        <a:ext cx="3773088" cy="1430912"/>
      </dsp:txXfrm>
    </dsp:sp>
    <dsp:sp modelId="{05C5A377-39A1-4277-90DD-DB60B469F742}">
      <dsp:nvSpPr>
        <dsp:cNvPr id="0" name=""/>
        <dsp:cNvSpPr/>
      </dsp:nvSpPr>
      <dsp:spPr>
        <a:xfrm rot="5400000">
          <a:off x="6785085" y="-1031186"/>
          <a:ext cx="1268584" cy="698294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3200" kern="1200" dirty="0"/>
            <a:t>1</a:t>
          </a:r>
          <a:r>
            <a:rPr lang="ko-KR" altLang="en-US" sz="3200" kern="1200" dirty="0"/>
            <a:t>개</a:t>
          </a:r>
        </a:p>
        <a:p>
          <a:pPr marL="285750" lvl="1" indent="-285750" algn="l" defTabSz="1422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3200" kern="1200" dirty="0" err="1"/>
            <a:t>피니언</a:t>
          </a:r>
          <a:r>
            <a:rPr lang="ko-KR" altLang="en-US" sz="3200" kern="1200" dirty="0"/>
            <a:t> 기어를 움직임</a:t>
          </a:r>
        </a:p>
      </dsp:txBody>
      <dsp:txXfrm rot="-5400000">
        <a:off x="3927906" y="1887920"/>
        <a:ext cx="6921017" cy="1144730"/>
      </dsp:txXfrm>
    </dsp:sp>
    <dsp:sp modelId="{489E798C-0091-4969-9317-790FF4757363}">
      <dsp:nvSpPr>
        <dsp:cNvPr id="0" name=""/>
        <dsp:cNvSpPr/>
      </dsp:nvSpPr>
      <dsp:spPr>
        <a:xfrm>
          <a:off x="0" y="1667420"/>
          <a:ext cx="3927906" cy="15857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4000" kern="1200" dirty="0" err="1"/>
            <a:t>미디엄모터</a:t>
          </a:r>
          <a:endParaRPr lang="ko-KR" altLang="en-US" sz="4000" kern="1200" dirty="0"/>
        </a:p>
      </dsp:txBody>
      <dsp:txXfrm>
        <a:off x="77409" y="1744829"/>
        <a:ext cx="3773088" cy="1430912"/>
      </dsp:txXfrm>
    </dsp:sp>
    <dsp:sp modelId="{1037BC54-C93B-43C5-9F2C-D3101857F1A5}">
      <dsp:nvSpPr>
        <dsp:cNvPr id="0" name=""/>
        <dsp:cNvSpPr/>
      </dsp:nvSpPr>
      <dsp:spPr>
        <a:xfrm rot="5400000">
          <a:off x="6785085" y="633830"/>
          <a:ext cx="1268584" cy="6982944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3200" kern="1200" dirty="0"/>
            <a:t>1</a:t>
          </a:r>
          <a:r>
            <a:rPr lang="ko-KR" altLang="en-US" sz="3200" kern="1200" dirty="0"/>
            <a:t>개</a:t>
          </a:r>
        </a:p>
        <a:p>
          <a:pPr marL="285750" lvl="1" indent="-285750" algn="l" defTabSz="1422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3200" kern="1200" dirty="0"/>
            <a:t>에어컨 전원 버튼</a:t>
          </a:r>
        </a:p>
      </dsp:txBody>
      <dsp:txXfrm rot="-5400000">
        <a:off x="3927906" y="3552937"/>
        <a:ext cx="6921017" cy="1144730"/>
      </dsp:txXfrm>
    </dsp:sp>
    <dsp:sp modelId="{B8DBD690-B383-48B4-9D07-ADD4D1E48888}">
      <dsp:nvSpPr>
        <dsp:cNvPr id="0" name=""/>
        <dsp:cNvSpPr/>
      </dsp:nvSpPr>
      <dsp:spPr>
        <a:xfrm>
          <a:off x="0" y="3332437"/>
          <a:ext cx="3927906" cy="15857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4000" kern="1200" dirty="0" err="1"/>
            <a:t>힘센서</a:t>
          </a:r>
          <a:endParaRPr lang="ko-KR" altLang="en-US" sz="4000" kern="1200" dirty="0"/>
        </a:p>
      </dsp:txBody>
      <dsp:txXfrm>
        <a:off x="77409" y="3409846"/>
        <a:ext cx="3773088" cy="1430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AC1FC-71F1-4BB5-9A13-4F32F806B128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26E5F-7229-4B8D-8531-41FC410831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994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26E5F-7229-4B8D-8531-41FC410831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81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46021-D813-0716-2CF3-989B3FD83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6D90C3-B15F-C6DA-9971-1927B9A8C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F6467-0164-83A2-6F6D-A9E696C9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438BD7-7C2D-44FF-750C-BFAF79C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B1117-7FAA-0357-9F05-991DE947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11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11E47-0F9C-E28A-8F9C-9670FFCF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3CD87-4717-A502-2E58-1AFD9FF4C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4E1705-0593-0A78-C5D8-8492BE53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876F9F-E2FB-7745-D407-D5057215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57C2D-C73B-B295-A6B5-C87C22CF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37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6AE24-1622-A83F-021F-D154ACBC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151C0D-3E33-6A58-E6C5-FA0887D3C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3B2311-B3BC-1288-7FFA-0CE0A8EC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C47E65-018B-5AAC-377F-AC5CC35C2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41220E-AAB6-D7A7-6DBD-239E3127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44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C7AD0-9969-C6F3-F3E9-7D8FB2E0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4753D-9D3B-C446-8B1F-B9DBF7ABE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B4E37F-B36E-3007-5BCF-DE3ACEC1D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2C7B93-0463-AAB5-057A-7B37E12B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4905A-7207-0138-F1D0-D52F1806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C91E7E-CE8C-7C8E-C64D-A3225A37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305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93B91-BD22-6CD2-2492-2E8F6B66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B9CCE7-9D9F-45FB-4023-C4C9C92B5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CF7B76-A495-A5FD-75D5-BEC280E8B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E9A72E-587F-8AEC-B785-C414028EB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C9DFC5-9056-9D55-7CC1-855A4F4E8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3D1B41-99A4-4E6E-4C88-E302F59BA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DF91A0-BA0F-077B-E1AB-B123A5F2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5F4D05-EE09-B3FC-2542-CACEB6BB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87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58F44-81BE-1182-9450-532A1CD0B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B25408-7C81-7F27-CB83-61895007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37D82C-FC1F-2406-4BA6-DDE349A1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7AA489-29FC-FFA2-22D5-98718DA7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44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9D22BF-A706-97B5-712C-26AB6A70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84B2FB-9646-3003-C3BD-24E52255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0B591C-82A4-8D4A-5FF6-F33AAE1A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13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C1E16-CD7F-E198-88EC-E23D7E4B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7A0F1E-55F6-54C5-E2E8-A16E33299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D9DF6F-B254-299A-E5C7-666EA7372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8C23AC-339F-FF0D-C77E-C82528A4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8317AA-D162-1353-E12D-BC1E904A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C091E2-7F1B-A6F4-D00C-8EEB2037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00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A5740-81E1-9D04-8BF1-058A3A53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5A1C44-226F-2D15-3888-3FC2E5DFC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EEF3B1-19AE-C115-8B5C-C2AA47991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9A03A6-7D25-4657-7B16-7731859D4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221D08-4906-54B7-9514-5B81FAC0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EC5E7F-B592-B256-7937-87BDC212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9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CBB90-B5AF-6C9E-FCA0-E5E2A0560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10572A-DB20-7CF0-59A5-AAD46BD7A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A3807A-9184-6DA6-A276-5FA01C0B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5E5A6B-0182-FD9C-41D3-99B183EA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568BC-A100-69F8-7DFF-8758CEC4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978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D0E29B-BD99-93AA-9000-A4B838A38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3CA6A6-86E1-C453-C9A5-A3E03802B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E53C3-54D3-2711-E70E-B42E6C8D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9E9209-7A96-8CD2-31D1-35E86FD0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331EAE-ACAA-5477-0C3D-6029D9A4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59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0B06E2-E2CB-9E38-13D2-CBEB6746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8289F9-24D0-9D84-FF9C-41963ED10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85D5D-7D8F-5FFF-3C34-0DD77E38A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A95E7-60C3-487F-B25E-C4F75DE1AEA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8C1D8-6E42-FF61-AB98-274DD9669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C48A2-0FA1-7E14-292A-DFEFD09D1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D6746-B35A-4316-836E-D64AC815D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52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A328D-56B6-104F-2951-964CB7A09B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Toy Project 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02EE5-702B-9BC7-8753-3C85A846C2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김도윤</a:t>
            </a:r>
            <a:r>
              <a:rPr lang="en-US" altLang="ko-KR" dirty="0"/>
              <a:t>, </a:t>
            </a:r>
            <a:r>
              <a:rPr lang="ko-KR" altLang="en-US" dirty="0" err="1"/>
              <a:t>정연우</a:t>
            </a:r>
            <a:r>
              <a:rPr lang="en-US" altLang="ko-KR" dirty="0"/>
              <a:t>, </a:t>
            </a:r>
            <a:r>
              <a:rPr lang="ko-KR" altLang="en-US" dirty="0"/>
              <a:t>선민재</a:t>
            </a:r>
          </a:p>
        </p:txBody>
      </p:sp>
    </p:spTree>
    <p:extLst>
      <p:ext uri="{BB962C8B-B14F-4D97-AF65-F5344CB8AC3E}">
        <p14:creationId xmlns:p14="http://schemas.microsoft.com/office/powerpoint/2010/main" val="1143062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1E86A-4FA6-9421-34EC-354E3C25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학교에서 불편한 상황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A5B1BE-D037-9E65-FD7F-187DC4E89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에어컨을 틀었는데 친구들이 문을 </a:t>
            </a:r>
            <a:r>
              <a:rPr lang="ko-KR" altLang="en-US" dirty="0" err="1"/>
              <a:t>안닫고</a:t>
            </a:r>
            <a:r>
              <a:rPr lang="ko-KR" altLang="en-US" dirty="0"/>
              <a:t> 다님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에어컨을 틀면 닫히는 자동문을 만듦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294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724FD-D7B0-0F1D-AEB0-3280138A0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</a:t>
            </a:r>
          </a:p>
        </p:txBody>
      </p:sp>
      <p:graphicFrame>
        <p:nvGraphicFramePr>
          <p:cNvPr id="8" name="다이어그램 7">
            <a:extLst>
              <a:ext uri="{FF2B5EF4-FFF2-40B4-BE49-F238E27FC236}">
                <a16:creationId xmlns:a16="http://schemas.microsoft.com/office/drawing/2014/main" id="{0CEA7248-2543-D16F-76F2-2830B26B53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114943"/>
              </p:ext>
            </p:extLst>
          </p:nvPr>
        </p:nvGraphicFramePr>
        <p:xfrm>
          <a:off x="366750" y="1690686"/>
          <a:ext cx="10910850" cy="4920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291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3BE7-16BB-A29A-3ADE-C6DA35EC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113F8-76C7-4850-7222-4E409573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</a:t>
            </a:r>
          </a:p>
        </p:txBody>
      </p:sp>
      <p:pic>
        <p:nvPicPr>
          <p:cNvPr id="5" name="그림 4" descr="전자제품, 실내, 컴퓨터, 기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A7BBED-E057-FC94-33CC-0F41200627C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6513" y="1531435"/>
            <a:ext cx="3600000" cy="5040000"/>
          </a:xfrm>
          <a:prstGeom prst="rect">
            <a:avLst/>
          </a:prstGeom>
        </p:spPr>
      </p:pic>
      <p:pic>
        <p:nvPicPr>
          <p:cNvPr id="7" name="그림 6" descr="장난감, 축적 모형, 건설세트 장난감, 실내이(가) 표시된 사진">
            <a:extLst>
              <a:ext uri="{FF2B5EF4-FFF2-40B4-BE49-F238E27FC236}">
                <a16:creationId xmlns:a16="http://schemas.microsoft.com/office/drawing/2014/main" id="{9C90B85F-622C-C278-8389-E746099044D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68156" y="2593435"/>
            <a:ext cx="6264000" cy="3978000"/>
          </a:xfrm>
          <a:prstGeom prst="rect">
            <a:avLst/>
          </a:prstGeom>
        </p:spPr>
      </p:pic>
      <p:sp>
        <p:nvSpPr>
          <p:cNvPr id="4" name="설명선: 선 3">
            <a:extLst>
              <a:ext uri="{FF2B5EF4-FFF2-40B4-BE49-F238E27FC236}">
                <a16:creationId xmlns:a16="http://schemas.microsoft.com/office/drawing/2014/main" id="{B9E37FC9-EF7A-8A37-2E1F-F997223255DE}"/>
              </a:ext>
            </a:extLst>
          </p:cNvPr>
          <p:cNvSpPr/>
          <p:nvPr/>
        </p:nvSpPr>
        <p:spPr>
          <a:xfrm>
            <a:off x="7028326" y="710974"/>
            <a:ext cx="3146187" cy="1096055"/>
          </a:xfrm>
          <a:prstGeom prst="borderCallout1">
            <a:avLst>
              <a:gd name="adj1" fmla="val 18750"/>
              <a:gd name="adj2" fmla="val -8333"/>
              <a:gd name="adj3" fmla="val 375359"/>
              <a:gd name="adj4" fmla="val -138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700" dirty="0" err="1">
                <a:solidFill>
                  <a:schemeClr val="tx1"/>
                </a:solidFill>
              </a:rPr>
              <a:t>랙앤</a:t>
            </a:r>
            <a:r>
              <a:rPr lang="ko-KR" altLang="en-US" sz="2700" dirty="0">
                <a:solidFill>
                  <a:schemeClr val="tx1"/>
                </a:solidFill>
              </a:rPr>
              <a:t> </a:t>
            </a:r>
            <a:r>
              <a:rPr lang="ko-KR" altLang="en-US" sz="2700" dirty="0" err="1">
                <a:solidFill>
                  <a:schemeClr val="tx1"/>
                </a:solidFill>
              </a:rPr>
              <a:t>피니언</a:t>
            </a:r>
            <a:r>
              <a:rPr lang="ko-KR" altLang="en-US" sz="2700" dirty="0">
                <a:solidFill>
                  <a:schemeClr val="tx1"/>
                </a:solidFill>
              </a:rPr>
              <a:t> 기어</a:t>
            </a:r>
          </a:p>
        </p:txBody>
      </p:sp>
    </p:spTree>
    <p:extLst>
      <p:ext uri="{BB962C8B-B14F-4D97-AF65-F5344CB8AC3E}">
        <p14:creationId xmlns:p14="http://schemas.microsoft.com/office/powerpoint/2010/main" val="421775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278A3B4-896F-18E9-8E70-D6659F95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A8817-DA47-4E4B-6C05-F607CCEC0A49}"/>
              </a:ext>
            </a:extLst>
          </p:cNvPr>
          <p:cNvSpPr txBox="1"/>
          <p:nvPr/>
        </p:nvSpPr>
        <p:spPr>
          <a:xfrm>
            <a:off x="1863582" y="1693602"/>
            <a:ext cx="1881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자동문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B3B14E-1A25-1F9D-4A83-EE1274A131F9}"/>
              </a:ext>
            </a:extLst>
          </p:cNvPr>
          <p:cNvSpPr txBox="1"/>
          <p:nvPr/>
        </p:nvSpPr>
        <p:spPr>
          <a:xfrm>
            <a:off x="7954780" y="1791323"/>
            <a:ext cx="1881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에어컨</a:t>
            </a:r>
          </a:p>
        </p:txBody>
      </p:sp>
      <p:pic>
        <p:nvPicPr>
          <p:cNvPr id="13" name="그림 12" descr="텍스트, 스크린샷, 폰트, 친필이(가) 표시된 사진">
            <a:extLst>
              <a:ext uri="{FF2B5EF4-FFF2-40B4-BE49-F238E27FC236}">
                <a16:creationId xmlns:a16="http://schemas.microsoft.com/office/drawing/2014/main" id="{BC75E3D1-491E-9E7B-4EC2-AFC88D75C8D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64215" y="2401488"/>
            <a:ext cx="4680000" cy="4320000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">
            <a:extLst>
              <a:ext uri="{FF2B5EF4-FFF2-40B4-BE49-F238E27FC236}">
                <a16:creationId xmlns:a16="http://schemas.microsoft.com/office/drawing/2014/main" id="{70209F78-D408-BEEA-E22B-B1B2162D08A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95413" y="2499209"/>
            <a:ext cx="360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4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42ACA-127C-C366-02EE-99841003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</a:t>
            </a:r>
            <a:r>
              <a:rPr lang="en-US" altLang="ko-KR" dirty="0"/>
              <a:t>&amp;</a:t>
            </a:r>
            <a:r>
              <a:rPr lang="ko-KR" altLang="en-US" dirty="0"/>
              <a:t>단점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FB5DB6-D49E-08D6-5250-AED42D427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3600" b="1" dirty="0"/>
              <a:t>장점</a:t>
            </a:r>
            <a:endParaRPr lang="en-US" altLang="ko-KR" sz="3600" b="1" dirty="0"/>
          </a:p>
          <a:p>
            <a:pPr marL="514350" lvl="0" indent="-5143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ko-KR" altLang="ko-KR" sz="2600" dirty="0"/>
              <a:t>에너지 절약: 에어컨 가동 시 문이 자동으로 닫히므로 냉기가 밖으로 새는 것을 최소화할 수 있음. </a:t>
            </a:r>
            <a:endParaRPr lang="en-US" altLang="ko-KR" sz="2600" dirty="0"/>
          </a:p>
          <a:p>
            <a:pPr marL="514350" lvl="0" indent="-5143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ko-KR" altLang="en-US" sz="2600" dirty="0"/>
              <a:t>편리성</a:t>
            </a:r>
            <a:r>
              <a:rPr lang="en-US" altLang="ko-KR" sz="2600" dirty="0"/>
              <a:t>: </a:t>
            </a:r>
            <a:r>
              <a:rPr lang="ko-KR" altLang="en-US" sz="2600" dirty="0"/>
              <a:t>사용자가 문을 직접 닫지 않아도 되므로 편리함 제공</a:t>
            </a:r>
            <a:r>
              <a:rPr lang="en-US" altLang="ko-KR" sz="2600" dirty="0"/>
              <a:t>.</a:t>
            </a:r>
          </a:p>
          <a:p>
            <a:pPr marL="514350" indent="-514350">
              <a:buAutoNum type="arabicPeriod"/>
            </a:pPr>
            <a:endParaRPr lang="en-US" altLang="ko-KR" sz="2600" b="1" dirty="0"/>
          </a:p>
          <a:p>
            <a:r>
              <a:rPr lang="ko-KR" altLang="en-US" sz="3600" b="1" dirty="0"/>
              <a:t>단점</a:t>
            </a:r>
            <a:endParaRPr lang="en-US" altLang="ko-KR" sz="3600" b="1" dirty="0"/>
          </a:p>
          <a:p>
            <a:pPr marL="514350" indent="-514350">
              <a:buAutoNum type="arabicPeriod"/>
            </a:pPr>
            <a:r>
              <a:rPr lang="ko-KR" altLang="en-US" sz="2600" dirty="0"/>
              <a:t>소음</a:t>
            </a:r>
            <a:r>
              <a:rPr lang="en-US" altLang="ko-KR" sz="2600" dirty="0"/>
              <a:t>: </a:t>
            </a:r>
            <a:r>
              <a:rPr lang="ko-KR" altLang="en-US" sz="2600" dirty="0"/>
              <a:t>문을 닫을 때 모터의 소음이 심할 수 있음</a:t>
            </a:r>
            <a:r>
              <a:rPr lang="en-US" altLang="ko-KR" sz="2600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sz="2600" dirty="0"/>
              <a:t>고장 시 불편</a:t>
            </a:r>
            <a:r>
              <a:rPr lang="en-US" altLang="ko-KR" sz="2600" dirty="0"/>
              <a:t>: </a:t>
            </a:r>
            <a:r>
              <a:rPr lang="ko-KR" altLang="en-US" sz="2600" dirty="0"/>
              <a:t>시스템 오류가 나면 문이 제때 닫히거나 열리지 않아 불편을 초래할 수 있음</a:t>
            </a:r>
            <a:r>
              <a:rPr lang="en-US" altLang="ko-KR" sz="2600" dirty="0"/>
              <a:t>.</a:t>
            </a:r>
          </a:p>
          <a:p>
            <a:pPr marL="514350" indent="-514350">
              <a:buAutoNum type="arabicPeriod"/>
            </a:pPr>
            <a:endParaRPr lang="en-US" altLang="ko-KR" sz="2600" dirty="0"/>
          </a:p>
          <a:p>
            <a:pPr marL="514350" indent="-514350">
              <a:buAutoNum type="arabicPeriod"/>
            </a:pPr>
            <a:endParaRPr lang="en-US" altLang="ko-KR" sz="2600" dirty="0"/>
          </a:p>
          <a:p>
            <a:pPr marL="0" indent="0">
              <a:buNone/>
            </a:pPr>
            <a:endParaRPr lang="en-US" altLang="ko-KR" sz="2600" dirty="0"/>
          </a:p>
        </p:txBody>
      </p:sp>
    </p:spTree>
    <p:extLst>
      <p:ext uri="{BB962C8B-B14F-4D97-AF65-F5344CB8AC3E}">
        <p14:creationId xmlns:p14="http://schemas.microsoft.com/office/powerpoint/2010/main" val="2413439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E8B7B-B49D-95E9-04F7-2A1194DF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개선할 부분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BE0DE7-571E-32C6-9578-0FBA391F7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사람 감지 센서 추가</a:t>
            </a:r>
            <a:endParaRPr lang="en-US" altLang="ko-KR" dirty="0"/>
          </a:p>
          <a:p>
            <a:r>
              <a:rPr lang="ko-KR" altLang="en-US" dirty="0"/>
              <a:t>수동 모드 전환 기능</a:t>
            </a:r>
            <a:endParaRPr lang="en-US" altLang="ko-KR" dirty="0"/>
          </a:p>
          <a:p>
            <a:r>
              <a:rPr lang="ko-KR" altLang="en-US" dirty="0"/>
              <a:t>스마트 제어 연동</a:t>
            </a:r>
            <a:endParaRPr lang="en-US" altLang="ko-KR" dirty="0"/>
          </a:p>
          <a:p>
            <a:r>
              <a:rPr lang="ko-KR" altLang="en-US" dirty="0"/>
              <a:t>안전 기능 강화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8757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125</Words>
  <Application>Microsoft Office PowerPoint</Application>
  <PresentationFormat>와이드스크린</PresentationFormat>
  <Paragraphs>34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Toy Project 1</vt:lpstr>
      <vt:lpstr>학교에서 불편한 상황</vt:lpstr>
      <vt:lpstr>하드웨어</vt:lpstr>
      <vt:lpstr>하드웨어</vt:lpstr>
      <vt:lpstr>소프트웨어</vt:lpstr>
      <vt:lpstr>장&amp;단점</vt:lpstr>
      <vt:lpstr>개선할 부분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taegun kim</dc:creator>
  <cp:lastModifiedBy>taegun kim</cp:lastModifiedBy>
  <cp:revision>1</cp:revision>
  <dcterms:created xsi:type="dcterms:W3CDTF">2025-12-20T01:05:22Z</dcterms:created>
  <dcterms:modified xsi:type="dcterms:W3CDTF">2025-12-20T01:48:17Z</dcterms:modified>
</cp:coreProperties>
</file>